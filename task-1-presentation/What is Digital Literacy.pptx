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BE78-8039-A180-B9F9-F020DE592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56015-F500-7C31-6C92-DE2906FF4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2A788-88E8-3ABD-14FF-29848F31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7E00C-2A48-50FE-1D77-EA07FE85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C9E23-7172-B395-12C3-51FE9F96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399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4A3F4-A8AA-8D23-9501-04729F70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05875-87FD-9D5D-866E-FAD87604E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3C311-C4E9-68C3-5249-2D0BD3A3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E9A2D-A011-0361-139C-0656BA1F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59B20-6E5D-83BF-A9BE-AA734FC6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10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CCF9-5DF7-EEB4-5C8D-602E1EE3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ADC16-6F44-0CE0-3664-02B41B76A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24C49-1BAC-7DC0-831E-CDC4220F3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87579-0B43-DB36-6A6C-734696C9B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A15BF-8DF7-A476-7DF4-5019427D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813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6039-62A0-09F6-0780-88F3FBD39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5698A-9CEA-1139-AACC-A175088E3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9E170-E119-D577-F2BF-6CF18D9C4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665CB-8B29-96DA-4EC1-6B249094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08A75-BE7B-57DE-76B0-E3D10A6F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DAC1E-FDA4-8A54-6BF6-CEB605D7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49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D16E6-A11E-47F4-E0AE-034199F9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A52BC-231D-5C85-F6F9-7AC101582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1054D-0C62-2E30-BC95-1899473C9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F8509-01B5-A5F4-96FB-5837DD399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CB132-AAB8-CCB3-93FA-6DD90EB33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8C41B3-C05A-3289-B59C-A505F525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1B2F3F-3F28-CB8B-3125-C2DCEDC9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6E37F6-8C47-4CEF-0DBF-FA761690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80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0250-5E86-A1A1-1D0F-FA3930BC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DB445-81CD-D5AB-54CC-8545A403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5D040-C592-FA6D-4B2C-3B58E820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D3560-DAE7-12E4-E018-919DE69A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82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C3DD0-D046-B9BA-0CDA-FA30E25B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2DE52-51F3-92D4-3DC4-CA8036A8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C3433-5A28-23F6-3677-9D99F609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8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5185-5CD3-63ED-543F-8974DAE2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997AA-4496-4022-757B-199E0F7A5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CE7D8-979C-22C1-19E0-D9F159628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0C3AE-A65A-58C0-265E-19F093A2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9CB2E-7B6A-112F-29AE-A98DA6A8B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7284A-99F4-7F1A-D215-20F59A466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42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9945-3A10-232B-FD66-0C04A0C2A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18329C-5368-1F7E-7089-77DE8C2348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D8D93-3D93-4736-F279-9F1A9982C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09AD1-AABB-4521-A337-10971068D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BF25E-D79C-CC78-C19B-C421D4E1E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ABBB1-3BE3-2F73-B3D1-10832B42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8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07696-6F27-46D8-AD09-6D4EFDA2D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91979-DB5F-A7A0-AE91-82C369260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C6083-E3D8-C841-A134-52ACACED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0DEE8-6521-E456-7E2E-68ADB679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5664C-9A78-DEA0-3A44-A1B52DDC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94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3509D-D534-F333-FEEF-F8FF8B08E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3649A-D32A-BB4A-DC13-D140CD8F4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3F8BA-DE9C-B16F-5BFB-93920C33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57D3D-03EF-0E34-542A-648A8109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E6C15-8CA8-ED51-70B5-81CBBBD1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18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4F505E-BF84-0FD9-38C1-88E199AE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67CBD-939A-F57F-1A83-596AB9BA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9363F-D8FD-6EEC-D09D-0659C8522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6203D-B5EA-41B6-A82F-99E6F28B7CF9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5BED2-9146-5011-AF58-62A745BA4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98343-5330-321F-49B3-CD2E4AF61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5E4B3-3299-4227-BA9F-C3A6D0E23F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63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ED63007-66A0-8F3C-8DE4-8D37F0A06DF4}"/>
              </a:ext>
            </a:extLst>
          </p:cNvPr>
          <p:cNvSpPr/>
          <p:nvPr/>
        </p:nvSpPr>
        <p:spPr>
          <a:xfrm>
            <a:off x="150829" y="677120"/>
            <a:ext cx="11666693" cy="4931827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F3C5CA-3FE0-6190-D06A-1073A4A67DD5}"/>
              </a:ext>
            </a:extLst>
          </p:cNvPr>
          <p:cNvSpPr/>
          <p:nvPr/>
        </p:nvSpPr>
        <p:spPr>
          <a:xfrm>
            <a:off x="374478" y="1778960"/>
            <a:ext cx="3550019" cy="3300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A93C3-542A-36BE-194D-9B0650145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8" y="1922368"/>
            <a:ext cx="2199406" cy="430252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Arial Rounded MT Bold" panose="020F0704030504030204" pitchFamily="34" charset="0"/>
              </a:rPr>
              <a:t>What is Digital Literacy</a:t>
            </a:r>
            <a:endParaRPr lang="en-IN" sz="1400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C56414-6FBF-1C52-CD77-6F376D861A54}"/>
              </a:ext>
            </a:extLst>
          </p:cNvPr>
          <p:cNvSpPr txBox="1"/>
          <p:nvPr/>
        </p:nvSpPr>
        <p:spPr>
          <a:xfrm>
            <a:off x="638628" y="2416144"/>
            <a:ext cx="2871020" cy="431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It’s the ability to find , evaluate , use , and create information using digital technology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45451F-5399-2835-7CE2-F336090A7993}"/>
              </a:ext>
            </a:extLst>
          </p:cNvPr>
          <p:cNvSpPr/>
          <p:nvPr/>
        </p:nvSpPr>
        <p:spPr>
          <a:xfrm>
            <a:off x="4052176" y="1778959"/>
            <a:ext cx="3550019" cy="3300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93569-C3E1-76B2-8920-BAA43164804C}"/>
              </a:ext>
            </a:extLst>
          </p:cNvPr>
          <p:cNvSpPr txBox="1"/>
          <p:nvPr/>
        </p:nvSpPr>
        <p:spPr>
          <a:xfrm>
            <a:off x="435428" y="4244596"/>
            <a:ext cx="3389567" cy="73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Critical Thinking</a:t>
            </a:r>
            <a:r>
              <a:rPr lang="en-US" sz="1050" dirty="0"/>
              <a:t>:  Identify bias and fact check</a:t>
            </a:r>
            <a:br>
              <a:rPr lang="en-US" sz="1050" dirty="0"/>
            </a:br>
            <a:r>
              <a:rPr lang="en-US" sz="1050" b="1" dirty="0"/>
              <a:t>Communication</a:t>
            </a:r>
            <a:r>
              <a:rPr lang="en-US" sz="1050" dirty="0"/>
              <a:t>: Collaborate and connect with others</a:t>
            </a:r>
            <a:br>
              <a:rPr lang="en-US" sz="1050" dirty="0"/>
            </a:br>
            <a:r>
              <a:rPr lang="en-US" sz="1050" b="1" dirty="0"/>
              <a:t>Creativity</a:t>
            </a:r>
            <a:r>
              <a:rPr lang="en-US" sz="1050" dirty="0"/>
              <a:t>: Produce digital content responsibly</a:t>
            </a:r>
          </a:p>
          <a:p>
            <a:r>
              <a:rPr lang="en-US" sz="1050" b="1" dirty="0"/>
              <a:t>Safety: </a:t>
            </a:r>
            <a:r>
              <a:rPr lang="en-US" sz="1050" dirty="0"/>
              <a:t>Understand online risks and protect data</a:t>
            </a:r>
            <a:endParaRPr lang="en-IN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ABA4E9-45E7-9744-8731-D76F0698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56" y="2847516"/>
            <a:ext cx="1383850" cy="1397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3D2130-67C6-CB1A-01E6-5249D688BE0C}"/>
              </a:ext>
            </a:extLst>
          </p:cNvPr>
          <p:cNvSpPr txBox="1"/>
          <p:nvPr/>
        </p:nvSpPr>
        <p:spPr>
          <a:xfrm>
            <a:off x="4266563" y="1901434"/>
            <a:ext cx="1626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Arial Rounded MT Bold" panose="020F0704030504030204" pitchFamily="34" charset="0"/>
              </a:rPr>
              <a:t>Email Etiquette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CBFAF35-CDA9-2707-0030-9F4796F1BDD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061211" y="3786778"/>
            <a:ext cx="3540985" cy="1177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and relevant subject line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 a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polite greeting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Dear Sir/Ma’am/Name)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the message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and to the point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slang, emojis, or informal language in formal email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73B483-2A60-3B80-541F-AE37C9C49AF5}"/>
              </a:ext>
            </a:extLst>
          </p:cNvPr>
          <p:cNvSpPr/>
          <p:nvPr/>
        </p:nvSpPr>
        <p:spPr>
          <a:xfrm>
            <a:off x="7729874" y="1778959"/>
            <a:ext cx="3927195" cy="33000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703FAD4-3DCA-CB71-CFAB-EAFDEE5DA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797" y="2272735"/>
            <a:ext cx="1796633" cy="170766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F04113F-30D6-ED46-F02F-3F6F6740197A}"/>
              </a:ext>
            </a:extLst>
          </p:cNvPr>
          <p:cNvSpPr txBox="1"/>
          <p:nvPr/>
        </p:nvSpPr>
        <p:spPr>
          <a:xfrm>
            <a:off x="7829376" y="1814286"/>
            <a:ext cx="2600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rial Rounded MT Bold" panose="020F0704030504030204" pitchFamily="34" charset="0"/>
              </a:rPr>
              <a:t>Safe Internet Practices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10ECF5F3-68D0-8288-67C9-A4020B303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9377" y="3980397"/>
            <a:ext cx="3927194" cy="90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passwords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enable two-factor 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clicking on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suspicious links or emails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your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and apps updated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share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 or financial information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F7CE73A-6DAC-5060-0EAD-3FBF875CD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706" y="2272735"/>
            <a:ext cx="2036053" cy="187096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6124F8B-4FDC-B7EF-190F-098D37194129}"/>
              </a:ext>
            </a:extLst>
          </p:cNvPr>
          <p:cNvSpPr txBox="1"/>
          <p:nvPr/>
        </p:nvSpPr>
        <p:spPr>
          <a:xfrm>
            <a:off x="2711032" y="677121"/>
            <a:ext cx="8946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Digital Literacy Awareness</a:t>
            </a:r>
            <a:endParaRPr lang="en-IN" sz="4000" dirty="0">
              <a:latin typeface="Arial Rounded MT Bold" panose="020F07040305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1D23F5-FA70-FCAC-B77D-D73ABCC950BA}"/>
              </a:ext>
            </a:extLst>
          </p:cNvPr>
          <p:cNvSpPr txBox="1"/>
          <p:nvPr/>
        </p:nvSpPr>
        <p:spPr>
          <a:xfrm>
            <a:off x="11402985" y="6519446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 Rounded MT Bold" panose="020F0704030504030204" pitchFamily="34" charset="0"/>
              </a:rPr>
              <a:t>Saket Singh</a:t>
            </a:r>
          </a:p>
          <a:p>
            <a:r>
              <a:rPr lang="en-US" sz="800" dirty="0">
                <a:latin typeface="Arial Rounded MT Bold" panose="020F0704030504030204" pitchFamily="34" charset="0"/>
              </a:rPr>
              <a:t>25BCE11055</a:t>
            </a:r>
            <a:endParaRPr lang="en-IN" sz="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5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Rounded MT Bold</vt:lpstr>
      <vt:lpstr>Office Theme</vt:lpstr>
      <vt:lpstr>What is Digital Literacy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SAKET SINGH</dc:creator>
  <cp:lastModifiedBy>SAKET SINGH</cp:lastModifiedBy>
  <cp:revision>2</cp:revision>
  <dcterms:created xsi:type="dcterms:W3CDTF">2026-03-31T17:04:35Z</dcterms:created>
  <dcterms:modified xsi:type="dcterms:W3CDTF">2026-03-31T17:12:13Z</dcterms:modified>
</cp:coreProperties>
</file>